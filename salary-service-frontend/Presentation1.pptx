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30" autoAdjust="0"/>
    <p:restoredTop sz="94660"/>
  </p:normalViewPr>
  <p:slideViewPr>
    <p:cSldViewPr>
      <p:cViewPr>
        <p:scale>
          <a:sx n="100" d="100"/>
          <a:sy n="100" d="100"/>
        </p:scale>
        <p:origin x="7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BAD30-C8F4-4BB8-8294-5D6BB667E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FF824B-E468-45D2-B2B0-47279B1C3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6E5-DC3B-4896-8C56-4E2DED714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ED83-55C4-41B8-9D8E-50EF565FC47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6EF07-6830-41AF-BAB8-7F917484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FC5B6-95CA-4434-A813-2E7ED48E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DCA2-9203-40C0-8515-FCC93D1E0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90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1543C-8C37-4CE0-9CE2-BFA6A5412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E3610-5480-4CDD-BE8C-160E2E58D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B5707-FA78-43B9-9A43-E9577BAD5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ED83-55C4-41B8-9D8E-50EF565FC47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ECBCB-F58D-40DC-BC57-1857D364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20E21-77C1-4087-9994-59B5D19A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DCA2-9203-40C0-8515-FCC93D1E0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24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534BC-9015-4372-A61C-BC131A6B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3BFFC-01E7-4637-A708-E00C434D0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24CA0-E153-4F4F-BDC9-F586C372B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ED83-55C4-41B8-9D8E-50EF565FC47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037CE-ACAD-45AD-B7E7-24F0E3BB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D61B5-C6CC-439F-A65C-504F1036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DCA2-9203-40C0-8515-FCC93D1E0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67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B024-CCB2-447E-B8D6-D91B8A6F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2222B-4BC0-42B1-B2AE-2C9C60E69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316D6-F590-4C2C-ABC1-7D2D4D595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EDA41-F84F-47B6-BF75-951C4CE2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ED83-55C4-41B8-9D8E-50EF565FC47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A87E3-68E7-4590-887F-BDAA5FF6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0456C-ED2F-47A1-A468-971F3C186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DCA2-9203-40C0-8515-FCC93D1E0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8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2E35-8D86-4B11-BD8D-6B4C0C1A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DA07D-7BCB-48E3-B0A1-BB69E2932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8A01E-EAA3-40AE-AADA-0E50DF529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676C2-9DF7-4B72-8CDD-7F377FE45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38973-0037-4F70-A4DE-FA0615C00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ECCCE3-5D48-4B9E-A5E5-430FC63F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ED83-55C4-41B8-9D8E-50EF565FC47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F6D050-E859-4643-AA8C-371FE303F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6CDAD-FEB5-4608-B2CE-7226531CD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DCA2-9203-40C0-8515-FCC93D1E0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07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FDE1E-F783-4244-AF89-760A0151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029E5-D866-4A43-B8B7-729C98C4A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ED83-55C4-41B8-9D8E-50EF565FC47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3D3E3-050F-48B5-87A3-5A6D91D98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FC1E8-ABB8-4F5D-89F6-17CBEC05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DCA2-9203-40C0-8515-FCC93D1E0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4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4A6301-9D90-402F-B832-A79346E15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ED83-55C4-41B8-9D8E-50EF565FC47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40D71E-D520-4EA3-A0D1-70027FFC3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DA6C8-CEAC-4CB1-A335-D87FD59C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DCA2-9203-40C0-8515-FCC93D1E0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12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4DC59-0317-4616-B0FB-7450408A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0FDA7-5F60-4B4B-B51A-15811651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449D6-A29B-4F53-AC24-574443855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CD786-E5D4-4E8F-9EB3-EB536946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ED83-55C4-41B8-9D8E-50EF565FC47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1B9E0-C23F-4ECA-B12B-D4116B985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09328-CA4E-4543-9897-91DCED8B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DCA2-9203-40C0-8515-FCC93D1E0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0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3A036-FE48-41A8-8002-A45C557C6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896E39-2750-4F53-BF0D-5BD897991D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B1EB10-1672-41A6-865F-D3C316064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D57B6-6FF8-471D-B6B3-BC2F5D97C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ED83-55C4-41B8-9D8E-50EF565FC47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58C86-9B7A-47E2-8E23-9E12FFE46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73DEA-81E7-4C39-AF0D-9D9B820F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DCA2-9203-40C0-8515-FCC93D1E0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6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1153F-7D98-4C50-A97B-8BBBCDC4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B3BD5-C90A-48D6-9785-20768CCB0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84EFF-3D51-4054-8B1A-52EF247A7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ED83-55C4-41B8-9D8E-50EF565FC47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93144-3B6F-4304-BDBC-E5036785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79675-60DD-44F7-B181-F8B728BC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DCA2-9203-40C0-8515-FCC93D1E0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52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D3720-2E49-4ED1-BF0D-D106E5567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812FE0-DFD4-4B0A-B516-FCE9AA5FA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C7D21-BC40-4159-A764-59E482D5B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ED83-55C4-41B8-9D8E-50EF565FC47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724E1-F48D-4D00-AE3E-C88D319F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EB430-A9CD-41CD-AAFA-3F797971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DCA2-9203-40C0-8515-FCC93D1E0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23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817350-1D46-449F-A31D-ABA4BBCC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FEE9B-AA78-45B4-976D-680F77DF4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085F3-C53B-4E93-9B06-B749E2BB21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EED83-55C4-41B8-9D8E-50EF565FC471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60ECA-54B9-407D-8C65-C93BA547F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262F9-2FF4-48B3-A70B-C68C922E2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DCA2-9203-40C0-8515-FCC93D1E0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6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F42659-F1BC-4360-AAA6-F6DBB1C21308}"/>
              </a:ext>
            </a:extLst>
          </p:cNvPr>
          <p:cNvSpPr/>
          <p:nvPr/>
        </p:nvSpPr>
        <p:spPr>
          <a:xfrm>
            <a:off x="533400" y="389467"/>
            <a:ext cx="10896600" cy="6172200"/>
          </a:xfrm>
          <a:prstGeom prst="rect">
            <a:avLst/>
          </a:prstGeom>
          <a:solidFill>
            <a:srgbClr val="FFFFFF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577418-EA0E-4220-A628-2DB84E0022DA}"/>
              </a:ext>
            </a:extLst>
          </p:cNvPr>
          <p:cNvSpPr/>
          <p:nvPr/>
        </p:nvSpPr>
        <p:spPr>
          <a:xfrm>
            <a:off x="533400" y="381000"/>
            <a:ext cx="533400" cy="6172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28501-AA6E-4BA8-84A1-909CE8AA06A9}"/>
              </a:ext>
            </a:extLst>
          </p:cNvPr>
          <p:cNvSpPr/>
          <p:nvPr/>
        </p:nvSpPr>
        <p:spPr>
          <a:xfrm>
            <a:off x="1066800" y="389467"/>
            <a:ext cx="10363200" cy="601133"/>
          </a:xfrm>
          <a:prstGeom prst="rect">
            <a:avLst/>
          </a:prstGeom>
          <a:solidFill>
            <a:srgbClr val="FFFFF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Dashboard Page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FF2566-4B21-43BF-B6BD-8E0165E9818E}"/>
              </a:ext>
            </a:extLst>
          </p:cNvPr>
          <p:cNvSpPr/>
          <p:nvPr/>
        </p:nvSpPr>
        <p:spPr>
          <a:xfrm>
            <a:off x="1371600" y="1295400"/>
            <a:ext cx="1828800" cy="1600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960F7C-D8DF-4F82-88B7-DCFF0E6B2EE8}"/>
              </a:ext>
            </a:extLst>
          </p:cNvPr>
          <p:cNvSpPr/>
          <p:nvPr/>
        </p:nvSpPr>
        <p:spPr>
          <a:xfrm>
            <a:off x="4048124" y="1285875"/>
            <a:ext cx="1828800" cy="1600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DAB5DB-B016-401E-9F83-89DA9909BFC0}"/>
              </a:ext>
            </a:extLst>
          </p:cNvPr>
          <p:cNvSpPr/>
          <p:nvPr/>
        </p:nvSpPr>
        <p:spPr>
          <a:xfrm>
            <a:off x="6724648" y="1295400"/>
            <a:ext cx="1828800" cy="1600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3F2131-4831-4496-99CC-7CE575AF8005}"/>
              </a:ext>
            </a:extLst>
          </p:cNvPr>
          <p:cNvSpPr/>
          <p:nvPr/>
        </p:nvSpPr>
        <p:spPr>
          <a:xfrm>
            <a:off x="9372600" y="1295400"/>
            <a:ext cx="1828800" cy="1600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5B24F1-FC65-4132-BE92-459E3F6AE02F}"/>
              </a:ext>
            </a:extLst>
          </p:cNvPr>
          <p:cNvSpPr/>
          <p:nvPr/>
        </p:nvSpPr>
        <p:spPr>
          <a:xfrm>
            <a:off x="1371600" y="3048000"/>
            <a:ext cx="9829800" cy="32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2D4DEB6-428D-4B86-8C8B-ABF97FE7B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425899"/>
              </p:ext>
            </p:extLst>
          </p:nvPr>
        </p:nvGraphicFramePr>
        <p:xfrm>
          <a:off x="1371600" y="3047997"/>
          <a:ext cx="9829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725">
                  <a:extLst>
                    <a:ext uri="{9D8B030D-6E8A-4147-A177-3AD203B41FA5}">
                      <a16:colId xmlns:a16="http://schemas.microsoft.com/office/drawing/2014/main" val="964483557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592404291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1996328874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722527529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365410526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125794061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1543762334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83539828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590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0163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95897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782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729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425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797109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82C73AC0-EB70-44AA-A702-D9C8887DA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69" y="1204190"/>
            <a:ext cx="287137" cy="287137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5BDE44-AC36-4C37-98CF-412CC11B3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05" y="1611123"/>
            <a:ext cx="304801" cy="3575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FBDEEC-0C1F-47BE-9BF2-F3AC508667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96" y="2097682"/>
            <a:ext cx="357523" cy="3575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8EE00C-3353-4322-B1C9-EA47FCA0E1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83" y="2667779"/>
            <a:ext cx="357523" cy="35752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3FE08A4-D7D0-4BAF-98A7-756E949512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67" y="3136343"/>
            <a:ext cx="357523" cy="3575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6F718F3-835B-400E-9CAD-00DD70A52F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58" y="3676861"/>
            <a:ext cx="357523" cy="35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19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F42659-F1BC-4360-AAA6-F6DBB1C21308}"/>
              </a:ext>
            </a:extLst>
          </p:cNvPr>
          <p:cNvSpPr/>
          <p:nvPr/>
        </p:nvSpPr>
        <p:spPr>
          <a:xfrm>
            <a:off x="533400" y="389467"/>
            <a:ext cx="10896600" cy="6172200"/>
          </a:xfrm>
          <a:prstGeom prst="rect">
            <a:avLst/>
          </a:prstGeom>
          <a:solidFill>
            <a:srgbClr val="FFFFFF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577418-EA0E-4220-A628-2DB84E0022DA}"/>
              </a:ext>
            </a:extLst>
          </p:cNvPr>
          <p:cNvSpPr/>
          <p:nvPr/>
        </p:nvSpPr>
        <p:spPr>
          <a:xfrm>
            <a:off x="533400" y="381000"/>
            <a:ext cx="533400" cy="6172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28501-AA6E-4BA8-84A1-909CE8AA06A9}"/>
              </a:ext>
            </a:extLst>
          </p:cNvPr>
          <p:cNvSpPr/>
          <p:nvPr/>
        </p:nvSpPr>
        <p:spPr>
          <a:xfrm>
            <a:off x="1066800" y="389467"/>
            <a:ext cx="10363200" cy="601133"/>
          </a:xfrm>
          <a:prstGeom prst="rect">
            <a:avLst/>
          </a:prstGeom>
          <a:solidFill>
            <a:srgbClr val="FFFFF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Payroll Runs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C73AC0-EB70-44AA-A702-D9C8887DA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69" y="1204190"/>
            <a:ext cx="287137" cy="2871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5BDE44-AC36-4C37-98CF-412CC11B3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05" y="1611123"/>
            <a:ext cx="304801" cy="357523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FBDEEC-0C1F-47BE-9BF2-F3AC508667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96" y="2097682"/>
            <a:ext cx="357523" cy="3575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8EE00C-3353-4322-B1C9-EA47FCA0E1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83" y="2667779"/>
            <a:ext cx="357523" cy="35752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3FE08A4-D7D0-4BAF-98A7-756E949512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67" y="3136343"/>
            <a:ext cx="357523" cy="3575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6F718F3-835B-400E-9CAD-00DD70A52F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58" y="3676861"/>
            <a:ext cx="357523" cy="3575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DFC5922-9F41-434D-8756-7A0601C986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411" y="1151620"/>
            <a:ext cx="2715004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22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Rushikesh   Jadhav</dc:creator>
  <cp:lastModifiedBy>Rushikesh   Jadhav</cp:lastModifiedBy>
  <cp:revision>3</cp:revision>
  <dcterms:created xsi:type="dcterms:W3CDTF">2026-08-12T06:08:44Z</dcterms:created>
  <dcterms:modified xsi:type="dcterms:W3CDTF">2026-08-12T06:22:48Z</dcterms:modified>
</cp:coreProperties>
</file>